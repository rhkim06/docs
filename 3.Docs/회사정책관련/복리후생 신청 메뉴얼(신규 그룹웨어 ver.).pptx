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A8F49-E343-EAD8-F4B2-D590EBCDE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F0F5F1-CB6C-A4C6-F022-ADFACF01D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8221EA-51D7-D84D-0274-BD431C0B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B8339F-8251-354E-6B6B-DE7C679A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22E5F9-6D60-C25C-3D35-917A7DA2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0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3444A-1DF6-9C73-895C-D6C9E262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BCC2B-D970-04DE-F4D0-D902D3B58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5794B3-DC0A-BEB4-683E-1869E8F9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95BC4-9305-D392-E0EF-3A3F6D18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405B48-1370-1190-5F4C-37F49615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42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5D31C-C400-EC99-C6F3-A122D979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9CE30-9EA7-692E-25F6-B82EB0C9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E41A15-D15C-97A9-BD6B-EEB361D2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4F72DD-1BF8-C0F4-B639-322D148D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B5BA07-A848-7BB9-7466-6AB7CCAF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4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7BB88-BE40-62CD-DDB0-B48EED54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4FE42B-B97C-A139-8930-2494FCB20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0BD379-3FDF-602F-5754-503B88CD5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B882DE-BE88-F3FD-CAF7-1C12C9C28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CDCF3D-E370-9725-B2AF-8853FDC4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F4B029-FC5B-6800-37A0-0E893042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98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C3FB2-D84C-397D-0808-17FBA282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E2D618-CBDE-96B6-C850-88E5184E7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EE9DC5-93D4-CF61-6D69-BA84562B5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DC9048-D488-FBFE-C012-5EE8EC8CA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7E1772-E02E-2B53-1BCE-70120D370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380D7E-6925-63D0-814F-45571F7F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E5E3BE-42FD-1C0B-AD38-318B6B74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D33FDF-AF15-A32E-C368-51B20B9E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25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0B27D-D591-28D6-61C8-5D6A25F3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D6D8DC-D60A-7BC3-781F-B4461417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1B6BE6-4EEB-6A16-8F76-799D61D5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048D88-BEF1-5256-59D6-0B6BDD87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00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79B816-75B6-BA55-69E6-4DF41089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D7EDE3-7815-5C42-F8A3-11DAB561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170D65-FD56-51BF-2446-30BAA5D7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70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181D6-8648-13FD-8F50-E51AE8478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8FEA17-1E74-6AD5-8992-49ED7FFDA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83763B-0036-17D9-F0C9-490DF2B64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60A26D-E632-23C9-FB16-5C26868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8B7E6C-61CE-417D-47A9-77E091DA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3716B-A254-40E1-5283-F746C5A0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4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BFB08-2B64-0CD1-CD1A-464DEE4B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EA408D-30F8-C136-921B-20E1776A4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7AF1AA-3566-8B3C-FBB5-60E129E34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EECFE2-086B-ADF3-4531-461F3077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1E70B3-C2C1-3BA6-58FB-13C4459D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F4E4D2-D27A-2530-24E7-E7852A4F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24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ABB9D-5F58-7CEC-0830-972A5309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FEB0A0-DFBC-D631-1D04-7B1F318C9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113BE7-272F-290A-D635-6250DE33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74CFDD-3694-4E5A-C881-EEF1E77E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586C5D-B98B-3483-8336-E925403C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55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EE0AD43-DAA5-323E-6A92-7B1433551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4667C5-ADA1-B864-5259-E1A3E3359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345E8-44D8-4CB1-3A7E-91892A25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78ED1-ECD2-95B7-BB8C-6AD1F6FA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81E14-1C68-D4D6-CD5F-566459A4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9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85CD90-94C9-68FC-9195-935051B5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9E99FB-83E2-4A36-8D1D-DE69135E5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EF707A-5453-E705-C909-E549FB58D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04B59-2CAC-4891-BC75-13408D01EE57}" type="datetimeFigureOut">
              <a:rPr lang="ko-KR" altLang="en-US" smtClean="0"/>
              <a:t>2023-10-04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BFE11-9FB8-448A-5ABF-5FE1A0AC1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C96FCD-14CB-9732-2F9E-CAB25BC8D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D8081-8331-43F7-912F-93DF000C2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8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D1DAFC-C21E-A6DF-892A-F135EDEA9B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64"/>
          <a:stretch/>
        </p:blipFill>
        <p:spPr>
          <a:xfrm>
            <a:off x="1500404" y="1719743"/>
            <a:ext cx="2838450" cy="27820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C966B55-EBBC-3F0F-B1B4-B52089D7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2650"/>
            <a:ext cx="5448300" cy="8953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2A9BB8-A020-A3E9-CB58-7B0F0DCAF1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090"/>
          <a:stretch/>
        </p:blipFill>
        <p:spPr>
          <a:xfrm>
            <a:off x="5448300" y="5962650"/>
            <a:ext cx="6743700" cy="8953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4E99D2-B165-9263-3D51-E81CB0D51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587" y="286230"/>
            <a:ext cx="1714500" cy="514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832B5A-D94D-31A6-FD4B-D47E8CF78047}"/>
              </a:ext>
            </a:extLst>
          </p:cNvPr>
          <p:cNvSpPr txBox="1"/>
          <p:nvPr/>
        </p:nvSpPr>
        <p:spPr>
          <a:xfrm>
            <a:off x="4941118" y="2457974"/>
            <a:ext cx="603570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그룹웨어 메뉴얼</a:t>
            </a:r>
            <a:endParaRPr lang="en-US" altLang="ko-K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ko-KR" alt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 신청</a:t>
            </a:r>
          </a:p>
        </p:txBody>
      </p:sp>
    </p:spTree>
    <p:extLst>
      <p:ext uri="{BB962C8B-B14F-4D97-AF65-F5344CB8AC3E}">
        <p14:creationId xmlns:p14="http://schemas.microsoft.com/office/powerpoint/2010/main" val="28939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323022F-D988-3C97-DC86-158074279559}"/>
              </a:ext>
            </a:extLst>
          </p:cNvPr>
          <p:cNvGrpSpPr/>
          <p:nvPr/>
        </p:nvGrpSpPr>
        <p:grpSpPr>
          <a:xfrm>
            <a:off x="0" y="-1929"/>
            <a:ext cx="12192000" cy="895350"/>
            <a:chOff x="0" y="-1929"/>
            <a:chExt cx="12192000" cy="8953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B03D6A2-C916-E3D7-40C6-8138A50EB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29"/>
              <a:ext cx="5448300" cy="8953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E4DF98D-BB15-5582-A9DC-EB82788E2E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6090"/>
            <a:stretch/>
          </p:blipFill>
          <p:spPr>
            <a:xfrm>
              <a:off x="5448300" y="-1929"/>
              <a:ext cx="6743700" cy="89535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CAC9BD9-F689-8702-2146-518196597205}"/>
              </a:ext>
            </a:extLst>
          </p:cNvPr>
          <p:cNvSpPr txBox="1"/>
          <p:nvPr/>
        </p:nvSpPr>
        <p:spPr>
          <a:xfrm>
            <a:off x="378814" y="153358"/>
            <a:ext cx="191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8B60D-6E06-C1A4-639F-A818DF86C6FB}"/>
              </a:ext>
            </a:extLst>
          </p:cNvPr>
          <p:cNvSpPr txBox="1"/>
          <p:nvPr/>
        </p:nvSpPr>
        <p:spPr>
          <a:xfrm>
            <a:off x="6199464" y="153357"/>
            <a:ext cx="568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B3F17-3CA8-CD7E-C4C8-37958D250D0F}"/>
              </a:ext>
            </a:extLst>
          </p:cNvPr>
          <p:cNvSpPr txBox="1"/>
          <p:nvPr/>
        </p:nvSpPr>
        <p:spPr>
          <a:xfrm>
            <a:off x="528506" y="1065486"/>
            <a:ext cx="38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 입장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B02D59D-CFD9-606D-DC39-FC74ED06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63" y="1434818"/>
            <a:ext cx="10872133" cy="169511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84E31-560A-C7A2-20CF-0ABFB5B7F8EB}"/>
              </a:ext>
            </a:extLst>
          </p:cNvPr>
          <p:cNvSpPr/>
          <p:nvPr/>
        </p:nvSpPr>
        <p:spPr>
          <a:xfrm>
            <a:off x="7986319" y="2759978"/>
            <a:ext cx="1266737" cy="3699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4555E0-E4AA-A77B-7368-789F54C95BA4}"/>
              </a:ext>
            </a:extLst>
          </p:cNvPr>
          <p:cNvSpPr/>
          <p:nvPr/>
        </p:nvSpPr>
        <p:spPr>
          <a:xfrm>
            <a:off x="6062444" y="1443207"/>
            <a:ext cx="430635" cy="3699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24AA-64B2-0E0F-CB79-94719B917D53}"/>
              </a:ext>
            </a:extLst>
          </p:cNvPr>
          <p:cNvSpPr txBox="1"/>
          <p:nvPr/>
        </p:nvSpPr>
        <p:spPr>
          <a:xfrm>
            <a:off x="5648585" y="1107464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①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AEB02E-2FCE-C595-47B8-D3520E112CED}"/>
              </a:ext>
            </a:extLst>
          </p:cNvPr>
          <p:cNvSpPr txBox="1"/>
          <p:nvPr/>
        </p:nvSpPr>
        <p:spPr>
          <a:xfrm>
            <a:off x="7557082" y="2501434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②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B8886-233B-19E9-DB4A-C94903D3D518}"/>
              </a:ext>
            </a:extLst>
          </p:cNvPr>
          <p:cNvSpPr txBox="1"/>
          <p:nvPr/>
        </p:nvSpPr>
        <p:spPr>
          <a:xfrm>
            <a:off x="713063" y="3176102"/>
            <a:ext cx="568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①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메인메뉴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클릭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② 복리후생 클릭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9311D-19B6-43DF-34AD-C913C1D35AB4}"/>
              </a:ext>
            </a:extLst>
          </p:cNvPr>
          <p:cNvSpPr txBox="1"/>
          <p:nvPr/>
        </p:nvSpPr>
        <p:spPr>
          <a:xfrm>
            <a:off x="528506" y="4112088"/>
            <a:ext cx="38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 구성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01D0022-9AC7-3AD1-5545-F19F5D41F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813" y="4527259"/>
            <a:ext cx="1932508" cy="209077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0B4D793-F824-3D00-E19C-97906FBD0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544" y="4527259"/>
            <a:ext cx="1982486" cy="20741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75C777B-DBF3-7689-DC2F-0092F826C824}"/>
              </a:ext>
            </a:extLst>
          </p:cNvPr>
          <p:cNvSpPr txBox="1"/>
          <p:nvPr/>
        </p:nvSpPr>
        <p:spPr>
          <a:xfrm>
            <a:off x="6035530" y="4649200"/>
            <a:ext cx="3804756" cy="174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① 적립 금액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연간 사용 가능한 한도 금액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② 사용 금액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현재까지 사용한 금액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③ 잔여 금액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적립급액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사용금액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④ 신청가능 금액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잔여금액과 동일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37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F6EE819-8E4A-2DDD-1E07-C03D70887533}"/>
              </a:ext>
            </a:extLst>
          </p:cNvPr>
          <p:cNvGrpSpPr/>
          <p:nvPr/>
        </p:nvGrpSpPr>
        <p:grpSpPr>
          <a:xfrm>
            <a:off x="0" y="-1929"/>
            <a:ext cx="12192000" cy="895350"/>
            <a:chOff x="0" y="-1929"/>
            <a:chExt cx="12192000" cy="8953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84E15DD-F44F-DC4A-7507-569912697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29"/>
              <a:ext cx="5448300" cy="8953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8B2968C-8030-A2FA-9452-CB1EE80DF6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6090"/>
            <a:stretch/>
          </p:blipFill>
          <p:spPr>
            <a:xfrm>
              <a:off x="5448300" y="-1929"/>
              <a:ext cx="6743700" cy="89535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C4145E0-0DD4-A911-B1CB-3CF8B027098C}"/>
              </a:ext>
            </a:extLst>
          </p:cNvPr>
          <p:cNvSpPr txBox="1"/>
          <p:nvPr/>
        </p:nvSpPr>
        <p:spPr>
          <a:xfrm>
            <a:off x="378814" y="153358"/>
            <a:ext cx="191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4C940-CA56-2C88-BB59-F1E4AC6AF3EA}"/>
              </a:ext>
            </a:extLst>
          </p:cNvPr>
          <p:cNvSpPr txBox="1"/>
          <p:nvPr/>
        </p:nvSpPr>
        <p:spPr>
          <a:xfrm>
            <a:off x="6199464" y="153357"/>
            <a:ext cx="568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신청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8D962-1B60-9F18-728D-92FC71670A95}"/>
              </a:ext>
            </a:extLst>
          </p:cNvPr>
          <p:cNvSpPr txBox="1"/>
          <p:nvPr/>
        </p:nvSpPr>
        <p:spPr>
          <a:xfrm>
            <a:off x="528506" y="1065486"/>
            <a:ext cx="38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 신청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395A39-9D4D-6372-15CE-9A942B31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30" y="1435628"/>
            <a:ext cx="9202723" cy="90698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620675-23B1-065D-2AD8-098902F2AD63}"/>
              </a:ext>
            </a:extLst>
          </p:cNvPr>
          <p:cNvSpPr/>
          <p:nvPr/>
        </p:nvSpPr>
        <p:spPr>
          <a:xfrm>
            <a:off x="7793373" y="1704141"/>
            <a:ext cx="2239860" cy="3699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7DEE956-9184-CC65-465F-4545A5932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31" y="2511203"/>
            <a:ext cx="6509858" cy="33022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A3607C-15DB-CA6A-65EF-FAB78CE9C448}"/>
              </a:ext>
            </a:extLst>
          </p:cNvPr>
          <p:cNvSpPr txBox="1"/>
          <p:nvPr/>
        </p:nvSpPr>
        <p:spPr>
          <a:xfrm>
            <a:off x="7312753" y="2282965"/>
            <a:ext cx="3930592" cy="360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① 지급유형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자기개발비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자녀교육비 선택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② 증빙일자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신청서 작성 일자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③ 적용분야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④ 신청금액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신청금액 작성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⑤ 적요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1)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자기개발비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구매명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제품명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및 비용 작성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ex) 000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헬쓰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100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만원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2)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자녀교육비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사용내역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_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자녀명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⑥ 첨부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영수증 등 첨부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필수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*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파일명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자기개발비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성명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)_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신청월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자녀교육비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성명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)_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신청월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8A0D9EB-8C98-C867-7E01-EA55D51FB09E}"/>
              </a:ext>
            </a:extLst>
          </p:cNvPr>
          <p:cNvSpPr/>
          <p:nvPr/>
        </p:nvSpPr>
        <p:spPr>
          <a:xfrm>
            <a:off x="3414318" y="5312805"/>
            <a:ext cx="1140903" cy="2910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1069B-0F85-0FC4-D181-B924344F84C8}"/>
              </a:ext>
            </a:extLst>
          </p:cNvPr>
          <p:cNvSpPr txBox="1"/>
          <p:nvPr/>
        </p:nvSpPr>
        <p:spPr>
          <a:xfrm>
            <a:off x="1666350" y="3607138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AE1EA-B616-587F-33AB-AF98275FB2C2}"/>
              </a:ext>
            </a:extLst>
          </p:cNvPr>
          <p:cNvSpPr txBox="1"/>
          <p:nvPr/>
        </p:nvSpPr>
        <p:spPr>
          <a:xfrm>
            <a:off x="566607" y="4330722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②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B258D-2457-8BF8-EF9F-F2A4828549AB}"/>
              </a:ext>
            </a:extLst>
          </p:cNvPr>
          <p:cNvSpPr txBox="1"/>
          <p:nvPr/>
        </p:nvSpPr>
        <p:spPr>
          <a:xfrm>
            <a:off x="1432071" y="4340986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③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DF748-B866-6BBD-787A-3B6010389C1B}"/>
              </a:ext>
            </a:extLst>
          </p:cNvPr>
          <p:cNvSpPr txBox="1"/>
          <p:nvPr/>
        </p:nvSpPr>
        <p:spPr>
          <a:xfrm>
            <a:off x="2633095" y="4349611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④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F0F522-BAFD-EE2E-B00E-ADC7C9346506}"/>
              </a:ext>
            </a:extLst>
          </p:cNvPr>
          <p:cNvSpPr txBox="1"/>
          <p:nvPr/>
        </p:nvSpPr>
        <p:spPr>
          <a:xfrm>
            <a:off x="3710904" y="4359875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⑤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F0ACB9-2396-4058-72FD-876D5E09C03B}"/>
              </a:ext>
            </a:extLst>
          </p:cNvPr>
          <p:cNvSpPr txBox="1"/>
          <p:nvPr/>
        </p:nvSpPr>
        <p:spPr>
          <a:xfrm>
            <a:off x="5133712" y="4361986"/>
            <a:ext cx="62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⑥ </a:t>
            </a:r>
          </a:p>
        </p:txBody>
      </p:sp>
    </p:spTree>
    <p:extLst>
      <p:ext uri="{BB962C8B-B14F-4D97-AF65-F5344CB8AC3E}">
        <p14:creationId xmlns:p14="http://schemas.microsoft.com/office/powerpoint/2010/main" val="267644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F6EE819-8E4A-2DDD-1E07-C03D70887533}"/>
              </a:ext>
            </a:extLst>
          </p:cNvPr>
          <p:cNvGrpSpPr/>
          <p:nvPr/>
        </p:nvGrpSpPr>
        <p:grpSpPr>
          <a:xfrm>
            <a:off x="0" y="-1929"/>
            <a:ext cx="12192000" cy="895350"/>
            <a:chOff x="0" y="-1929"/>
            <a:chExt cx="12192000" cy="8953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84E15DD-F44F-DC4A-7507-569912697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29"/>
              <a:ext cx="5448300" cy="8953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8B2968C-8030-A2FA-9452-CB1EE80DF6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6090"/>
            <a:stretch/>
          </p:blipFill>
          <p:spPr>
            <a:xfrm>
              <a:off x="5448300" y="-1929"/>
              <a:ext cx="6743700" cy="89535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C4145E0-0DD4-A911-B1CB-3CF8B027098C}"/>
              </a:ext>
            </a:extLst>
          </p:cNvPr>
          <p:cNvSpPr txBox="1"/>
          <p:nvPr/>
        </p:nvSpPr>
        <p:spPr>
          <a:xfrm>
            <a:off x="378814" y="153358"/>
            <a:ext cx="191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4C940-CA56-2C88-BB59-F1E4AC6AF3EA}"/>
              </a:ext>
            </a:extLst>
          </p:cNvPr>
          <p:cNvSpPr txBox="1"/>
          <p:nvPr/>
        </p:nvSpPr>
        <p:spPr>
          <a:xfrm>
            <a:off x="6199464" y="153357"/>
            <a:ext cx="568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신청내역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8D962-1B60-9F18-728D-92FC71670A95}"/>
              </a:ext>
            </a:extLst>
          </p:cNvPr>
          <p:cNvSpPr txBox="1"/>
          <p:nvPr/>
        </p:nvSpPr>
        <p:spPr>
          <a:xfrm>
            <a:off x="528506" y="1065486"/>
            <a:ext cx="38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 프로세스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DAF76-96AC-68F5-E602-E2825A0B76A7}"/>
              </a:ext>
            </a:extLst>
          </p:cNvPr>
          <p:cNvSpPr txBox="1"/>
          <p:nvPr/>
        </p:nvSpPr>
        <p:spPr>
          <a:xfrm>
            <a:off x="620785" y="1464776"/>
            <a:ext cx="1109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자기개발비 </a:t>
            </a:r>
            <a:r>
              <a:rPr lang="en-US" altLang="ko-KR" sz="1400" dirty="0"/>
              <a:t>: </a:t>
            </a:r>
            <a:r>
              <a:rPr lang="ko-KR" altLang="en-US" sz="1400" dirty="0"/>
              <a:t>복리후생 신청</a:t>
            </a:r>
            <a:r>
              <a:rPr lang="en-US" altLang="ko-KR" sz="1400" dirty="0"/>
              <a:t>(</a:t>
            </a:r>
            <a:r>
              <a:rPr lang="ko-KR" altLang="en-US" sz="1400" dirty="0"/>
              <a:t>매월 </a:t>
            </a:r>
            <a:r>
              <a:rPr lang="en-US" altLang="ko-KR" sz="1400" dirty="0"/>
              <a:t>20</a:t>
            </a:r>
            <a:r>
              <a:rPr lang="ko-KR" altLang="en-US" sz="1400" dirty="0"/>
              <a:t>일 마감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&gt; </a:t>
            </a:r>
            <a:r>
              <a:rPr lang="ko-KR" altLang="en-US" sz="1400" dirty="0"/>
              <a:t>관리자 승인</a:t>
            </a:r>
            <a:r>
              <a:rPr lang="en-US" altLang="ko-KR" sz="1400" dirty="0"/>
              <a:t>(</a:t>
            </a:r>
            <a:r>
              <a:rPr lang="ko-KR" altLang="en-US" sz="1400" dirty="0"/>
              <a:t>인사총무팀</a:t>
            </a:r>
            <a:r>
              <a:rPr lang="en-US" altLang="ko-KR" sz="1400" dirty="0"/>
              <a:t>) &gt; </a:t>
            </a:r>
            <a:r>
              <a:rPr lang="ko-KR" altLang="en-US" sz="1400" dirty="0"/>
              <a:t>매월 둘째 주 금요일 지급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53E70-4453-0B35-94B2-81F1DE012CD6}"/>
              </a:ext>
            </a:extLst>
          </p:cNvPr>
          <p:cNvSpPr txBox="1"/>
          <p:nvPr/>
        </p:nvSpPr>
        <p:spPr>
          <a:xfrm>
            <a:off x="605405" y="1784956"/>
            <a:ext cx="1109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자녀교육비 </a:t>
            </a:r>
            <a:r>
              <a:rPr lang="en-US" altLang="ko-KR" sz="1400" dirty="0"/>
              <a:t>: </a:t>
            </a:r>
            <a:r>
              <a:rPr lang="ko-KR" altLang="en-US" sz="1400" dirty="0"/>
              <a:t>복리후생 신청</a:t>
            </a:r>
            <a:r>
              <a:rPr lang="en-US" altLang="ko-KR" sz="1400" dirty="0"/>
              <a:t>(</a:t>
            </a:r>
            <a:r>
              <a:rPr lang="ko-KR" altLang="en-US" sz="1400" dirty="0"/>
              <a:t>매월 </a:t>
            </a:r>
            <a:r>
              <a:rPr lang="en-US" altLang="ko-KR" sz="1400" dirty="0"/>
              <a:t>20</a:t>
            </a:r>
            <a:r>
              <a:rPr lang="ko-KR" altLang="en-US" sz="1400" dirty="0"/>
              <a:t>일 마감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&gt; </a:t>
            </a:r>
            <a:r>
              <a:rPr lang="ko-KR" altLang="en-US" sz="1400" dirty="0"/>
              <a:t>관리자 승인</a:t>
            </a:r>
            <a:r>
              <a:rPr lang="en-US" altLang="ko-KR" sz="1400" dirty="0"/>
              <a:t>(</a:t>
            </a:r>
            <a:r>
              <a:rPr lang="ko-KR" altLang="en-US" sz="1400" dirty="0"/>
              <a:t>인사총무팀</a:t>
            </a:r>
            <a:r>
              <a:rPr lang="en-US" altLang="ko-KR" sz="1400" dirty="0"/>
              <a:t>) &gt; </a:t>
            </a:r>
            <a:r>
              <a:rPr lang="ko-KR" altLang="en-US" sz="1400" dirty="0"/>
              <a:t>매월 급여로 포함하여 지급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6D4CE-AAD6-5C39-A845-386A64E2C3DC}"/>
              </a:ext>
            </a:extLst>
          </p:cNvPr>
          <p:cNvSpPr txBox="1"/>
          <p:nvPr/>
        </p:nvSpPr>
        <p:spPr>
          <a:xfrm>
            <a:off x="528505" y="2405463"/>
            <a:ext cx="7457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 신청 확인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2EEF951-E7EA-916F-6666-35598F7E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31" y="2849251"/>
            <a:ext cx="10462585" cy="176469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38403E-1C90-C55B-4A8D-5F420E23084E}"/>
              </a:ext>
            </a:extLst>
          </p:cNvPr>
          <p:cNvSpPr/>
          <p:nvPr/>
        </p:nvSpPr>
        <p:spPr>
          <a:xfrm>
            <a:off x="9236279" y="4002725"/>
            <a:ext cx="1367405" cy="6112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A313CF6-EE04-E9A9-DAD9-DCFFA61E2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75" y="4831981"/>
            <a:ext cx="10536572" cy="169195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95F435B8-1495-C8DC-AFA3-711B57B9EEA1}"/>
              </a:ext>
            </a:extLst>
          </p:cNvPr>
          <p:cNvSpPr/>
          <p:nvPr/>
        </p:nvSpPr>
        <p:spPr>
          <a:xfrm>
            <a:off x="9311780" y="5912717"/>
            <a:ext cx="1291904" cy="6112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43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F6EE819-8E4A-2DDD-1E07-C03D70887533}"/>
              </a:ext>
            </a:extLst>
          </p:cNvPr>
          <p:cNvGrpSpPr/>
          <p:nvPr/>
        </p:nvGrpSpPr>
        <p:grpSpPr>
          <a:xfrm>
            <a:off x="0" y="-1929"/>
            <a:ext cx="12192000" cy="895350"/>
            <a:chOff x="0" y="-1929"/>
            <a:chExt cx="12192000" cy="8953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84E15DD-F44F-DC4A-7507-569912697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29"/>
              <a:ext cx="5448300" cy="8953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8B2968C-8030-A2FA-9452-CB1EE80DF6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6090"/>
            <a:stretch/>
          </p:blipFill>
          <p:spPr>
            <a:xfrm>
              <a:off x="5448300" y="-1929"/>
              <a:ext cx="6743700" cy="89535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C4145E0-0DD4-A911-B1CB-3CF8B027098C}"/>
              </a:ext>
            </a:extLst>
          </p:cNvPr>
          <p:cNvSpPr txBox="1"/>
          <p:nvPr/>
        </p:nvSpPr>
        <p:spPr>
          <a:xfrm>
            <a:off x="378814" y="153358"/>
            <a:ext cx="191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복리후생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8D962-1B60-9F18-728D-92FC71670A95}"/>
              </a:ext>
            </a:extLst>
          </p:cNvPr>
          <p:cNvSpPr txBox="1"/>
          <p:nvPr/>
        </p:nvSpPr>
        <p:spPr>
          <a:xfrm>
            <a:off x="528506" y="1375879"/>
            <a:ext cx="3816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문의사항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03550B-BB10-DC7E-15A7-D4AA1743DEDD}"/>
              </a:ext>
            </a:extLst>
          </p:cNvPr>
          <p:cNvSpPr txBox="1"/>
          <p:nvPr/>
        </p:nvSpPr>
        <p:spPr>
          <a:xfrm>
            <a:off x="796954" y="1942443"/>
            <a:ext cx="7491369" cy="2774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시스템 관리자 </a:t>
            </a:r>
            <a:r>
              <a:rPr lang="en-US" altLang="ko-KR" dirty="0"/>
              <a:t>: </a:t>
            </a:r>
            <a:r>
              <a:rPr lang="ko-KR" altLang="en-US" dirty="0"/>
              <a:t>인사총무팀 이상훈 과장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 - </a:t>
            </a:r>
            <a:r>
              <a:rPr lang="ko-KR" altLang="en-US" dirty="0"/>
              <a:t>검수관리 </a:t>
            </a:r>
            <a:r>
              <a:rPr lang="en-US" altLang="ko-KR" dirty="0"/>
              <a:t>: </a:t>
            </a:r>
            <a:r>
              <a:rPr lang="ko-KR" altLang="en-US" dirty="0"/>
              <a:t>인사총무팀 김형근 차장 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                                </a:t>
            </a:r>
            <a:r>
              <a:rPr lang="ko-KR" altLang="en-US" dirty="0" err="1"/>
              <a:t>이도헌</a:t>
            </a:r>
            <a:r>
              <a:rPr lang="ko-KR" altLang="en-US" dirty="0"/>
              <a:t> 대리 </a:t>
            </a:r>
            <a:r>
              <a:rPr lang="en-US" altLang="ko-KR" dirty="0"/>
              <a:t>(</a:t>
            </a:r>
            <a:r>
              <a:rPr lang="ko-KR" altLang="en-US" dirty="0"/>
              <a:t>검수 관리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                                </a:t>
            </a:r>
            <a:r>
              <a:rPr lang="ko-KR" altLang="en-US" dirty="0"/>
              <a:t>연다은 대리 </a:t>
            </a:r>
            <a:r>
              <a:rPr lang="en-US" altLang="ko-KR" dirty="0"/>
              <a:t>(</a:t>
            </a:r>
            <a:r>
              <a:rPr lang="ko-KR" altLang="en-US" dirty="0"/>
              <a:t>월 정산 및 지급</a:t>
            </a:r>
            <a:r>
              <a:rPr lang="en-US" altLang="ko-KR" dirty="0"/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                                </a:t>
            </a:r>
            <a:r>
              <a:rPr lang="ko-KR" altLang="en-US" dirty="0"/>
              <a:t>이상훈 과장 </a:t>
            </a:r>
            <a:r>
              <a:rPr lang="en-US" altLang="ko-KR" dirty="0"/>
              <a:t>(</a:t>
            </a:r>
            <a:r>
              <a:rPr lang="ko-KR" altLang="en-US" dirty="0"/>
              <a:t>월 정산 및 지급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A0227-85C0-7E6D-25AE-72DC9CC0B175}"/>
              </a:ext>
            </a:extLst>
          </p:cNvPr>
          <p:cNvSpPr txBox="1"/>
          <p:nvPr/>
        </p:nvSpPr>
        <p:spPr>
          <a:xfrm>
            <a:off x="9395670" y="6040073"/>
            <a:ext cx="2567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376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235</Words>
  <Application>Microsoft Office PowerPoint</Application>
  <PresentationFormat>와이드스크린</PresentationFormat>
  <Paragraphs>48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이상훈</dc:creator>
  <cp:lastModifiedBy>연다은</cp:lastModifiedBy>
  <cp:revision>5</cp:revision>
  <dcterms:created xsi:type="dcterms:W3CDTF">2023-09-11T01:47:43Z</dcterms:created>
  <dcterms:modified xsi:type="dcterms:W3CDTF">2023-10-04T07:22:17Z</dcterms:modified>
</cp:coreProperties>
</file>